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2" r:id="rId12"/>
    <p:sldId id="2146847061" r:id="rId13"/>
    <p:sldId id="2146847055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Secure Data Hiding in Images Using Steganography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9109" y="3695307"/>
            <a:ext cx="973860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 Naga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uday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kumar Nandigam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: Vikas college of pharmacy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Technology used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Wow factor 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61" y="1517716"/>
            <a:ext cx="8493550" cy="320511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 increasing digital communication, sensitive data needs to be transmitted securely.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Traditional encryption methods are often detectable.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Steganography offers a way to hide data inside images, making it nearly invisible to attackers.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4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53B107C-B8CC-FCA9-237F-E5823C5375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9048" y="1863606"/>
            <a:ext cx="90256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Python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OpenCV, PIL, Cryptography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Steganography Technique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Least Significant Bit (LSB) method 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1730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F8AD386-C825-75A4-6429-0D081A60AF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1" y="1025027"/>
            <a:ext cx="783165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Invisible data hiding technique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 visual distortion in the image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extraction with a key-based system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applied to real-world cybersecurity and watermarking scenarios 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End users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426FB6-F6C8-2F11-F091-0DD5F5442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104911"/>
            <a:ext cx="782751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agencies for secure communication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professionals for data protection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Journalists and activists needing secure message transmission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watermarking for copyright protection </a:t>
            </a:r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E041F1-0C2D-6009-1DBA-AC29A6784D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4314" y="1239220"/>
            <a:ext cx="9499395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ccessfully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LSB-based image steganography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securely embedded and extracted without image distortion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Encrypted image looks almost identical to the original </a:t>
            </a:r>
          </a:p>
        </p:txBody>
      </p:sp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4547-DF1B-77BB-E545-9344EDB9A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239328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project demonstrates a secure way to hide sensitive information inside images. The approach ensures confidentiality while keeping the hidden message undetectable to unauthorized users.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https://github.com/nagaudaykumarnandigam/Secure-Data-Hiding-in-Images-Using-Steganography.git</a:t>
            </a:r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62BA14-8936-8A30-6821-6ADF26D3E9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6714" y="1299810"/>
            <a:ext cx="734951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Implementing more advanced steganography techniques (DCT, DWT)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support for video and audio steganography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Enhancing security using encryption before embedding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Developing a GUI-based tool for user-friendly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adb41d3-f9cb-40fb-903c-8cacaba95bb5"/>
    <ds:schemaRef ds:uri="http://purl.org/dc/terms/"/>
    <ds:schemaRef ds:uri="b30265f8-c5e2-4918-b4a1-b977299ca3e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0265f8-c5e2-4918-b4a1-b977299ca3e2"/>
    <ds:schemaRef ds:uri="fadb41d3-f9cb-40fb-903c-8cacaba95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58</TotalTime>
  <Words>256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Secure Data Hiding in Images Using Steganography</vt:lpstr>
      <vt:lpstr>OUTLINE</vt:lpstr>
      <vt:lpstr>Problem Statement</vt:lpstr>
      <vt:lpstr>Technology  used</vt:lpstr>
      <vt:lpstr>Wow factors</vt:lpstr>
      <vt:lpstr>End users</vt:lpstr>
      <vt:lpstr>Results</vt:lpstr>
      <vt:lpstr>Conclusion</vt:lpstr>
      <vt:lpstr>GitHub Link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Nagendra kumar Nandigam</cp:lastModifiedBy>
  <cp:revision>26</cp:revision>
  <dcterms:created xsi:type="dcterms:W3CDTF">2021-05-26T16:50:10Z</dcterms:created>
  <dcterms:modified xsi:type="dcterms:W3CDTF">2025-02-13T06:03:21Z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